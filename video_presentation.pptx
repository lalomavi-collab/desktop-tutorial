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237E"/>
                </a:solidFill>
              </a:defRPr>
            </a:pPr>
            <a:r>
              <a:t>How AI Will Change Education Forever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סיכום מבוסס סרטון YouTube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נוצר אוטומטית באמצעות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מהפכת ה-AI בחינוך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בינה מלאכותית משנה את הדרך שבה אנחנו לומדים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למידה מותאמת אישית לכל תלמיד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מערכות חכמות שמזהות קשיים ומתאימות את הקצב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נגישות ללמידה 24/7 מכל מקום בעולם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כלים מבוססי AI ללמידה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מערכות תרגום אוטומטי לשפות רבות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עוזרים וירטואליים לתלמידים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יצירת תוכן לימודי אוטומטי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מערכות הערכה וציונים חכמות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NotebookLM ו-Claude כדוגמאות מובילות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אתגרים ושיקולים אתיים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פרטיות נתוני תלמידים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הטיה אלגוריתמית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תלות יתר בטכנולוגיה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פערים דיגיטליים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הצורך בפיקוח אנושי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מבט לעתיד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AI לא יחליף מורים — יעצים אותם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למידה היברידית: שילוב אדם ומכונה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חינוך מותאם אישית בקנה מידה גלובלי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• הכשרת הדור הבא לעולם מונע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