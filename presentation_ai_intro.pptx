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/>
            </a:pPr>
            <a:r>
              <a:t>מבוא לבינה מלאכותית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סיכום סרטון לימודי</a:t>
            </a:r>
          </a:p>
          <a:p>
            <a:pPr>
              <a:defRPr sz="2000"/>
            </a:pPr>
            <a:r>
              <a:t>הוכן באופן אוטומטי באמצעות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מהי בינה מלאכותית?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תחום במדעי המחשב העוסק ביצירת מערכות חכמות</a:t>
            </a:r>
          </a:p>
          <a:p>
            <a:pPr>
              <a:defRPr sz="2000"/>
            </a:pPr>
            <a:r>
              <a:t>• מטרה: לחקות יכולות חשיבה אנושיות</a:t>
            </a:r>
          </a:p>
          <a:p>
            <a:pPr>
              <a:defRPr sz="2000"/>
            </a:pPr>
            <a:r>
              <a:t>• כולל: למידת מכונה, עיבוד שפה טבעית, ראייה ממוחשבת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סוגי בינה מלאכותית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AI צר (Narrow AI) — מתמחה במשימה אחת</a:t>
            </a:r>
          </a:p>
          <a:p>
            <a:pPr>
              <a:defRPr sz="2000"/>
            </a:pPr>
            <a:r>
              <a:t>• AI כללי (General AI) — יכולת חשיבה רחבה כמו אדם</a:t>
            </a:r>
          </a:p>
          <a:p>
            <a:pPr>
              <a:defRPr sz="2000"/>
            </a:pPr>
            <a:r>
              <a:t>• AI על-אנושי (Super AI) — עולה על יכולת אנושית (תיאורטי)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יישומים בחיי היום-יום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עוזרים וירטואליים (Siri, Alexa, Claude)</a:t>
            </a:r>
          </a:p>
          <a:p>
            <a:pPr>
              <a:defRPr sz="2000"/>
            </a:pPr>
            <a:r>
              <a:t>• המלצות תוכן (Netflix, Spotify)</a:t>
            </a:r>
          </a:p>
          <a:p>
            <a:pPr>
              <a:defRPr sz="2000"/>
            </a:pPr>
            <a:r>
              <a:t>• רכבים אוטונומיים</a:t>
            </a:r>
          </a:p>
          <a:p>
            <a:pPr>
              <a:defRPr sz="2000"/>
            </a:pPr>
            <a:r>
              <a:t>• אבחון רפואי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סיכום ומבט לעתיד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AI משנה את העולם בקצב מואץ</a:t>
            </a:r>
          </a:p>
          <a:p>
            <a:pPr>
              <a:defRPr sz="2000"/>
            </a:pPr>
            <a:r>
              <a:t>• חשוב להבין את ההזדמנויות והאתגרים</a:t>
            </a:r>
          </a:p>
          <a:p>
            <a:pPr>
              <a:defRPr sz="2000"/>
            </a:pPr>
            <a:r>
              <a:t>• הלמידה המתמשכת היא המפתח להצלחה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תודה על הצפייה!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