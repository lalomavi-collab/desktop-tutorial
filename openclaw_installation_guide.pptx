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OpenClaw — מדריך התקנה ועדכון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מערכת AI Agent בקוד פתוח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עוזר אישי חכם שניתן לאירוח עצמי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מרץ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2C3E50"/>
                </a:solidFill>
              </a:defRPr>
            </a:pPr>
            <a:r>
              <a:t>מהו OpenClaw?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• מערכת AI Agent בקוד פתוח (MIT License)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• נוצר על ידי Peter Steinberger (מייסד PSPDFKit)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• 196,000+ כוכבים ב-GitHub, 600+ תורמים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• תומך בכל מודל שפה (LLM)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• ניהול יומן, דואר, קבצים, פקודות טרמינל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• חיבור דרך WhatsApp, Telegram, Discord, Slack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2C3E50"/>
                </a:solidFill>
              </a:defRPr>
            </a:pPr>
            <a:r>
              <a:t>דרישות מקדימות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• Node.js גרסה 22.12.0 ומעלה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• בדיקה: node -v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• מערכת הפעלה: Linux / macOS / Windows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• Docker (אופציונלי, מומלץ לשרת)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• מפתח API של Anthropic (לחיבור ל-Claude)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• VPS מומלץ (לא מחשב אישי — בטיחות!)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2C3E50"/>
                </a:solidFill>
              </a:defRPr>
            </a:pPr>
            <a:r>
              <a:t>שיטה 1: התקנה מהירה (One-Liner)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• הדרך המומלצת והמהירה ביותר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• מתקינה Node.js אוטומטית אם צריך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• מתקינה את כל התלויות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פקודה: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curl -fsSL https://docs.openclaw.ai/install.sh | bash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2C3E50"/>
                </a:solidFill>
              </a:defRPr>
            </a:pPr>
            <a:r>
              <a:t>שיטה 2: התקנה באמצעות npm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• הדרך המהירה ביותר — פקודה אחת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• ללא קונטיינרים, ללא שכפול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פקודות: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npm install -g openclaw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# או עם pnpm: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pnpm install -g openclaw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2C3E50"/>
                </a:solidFill>
              </a:defRPr>
            </a:pPr>
            <a:r>
              <a:t>שיטה 3: התקנה באמצעות Docker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• בידוד מלא של התהליך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• סביבה ניתנת לשחזור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• מושלם לפריסה על שרת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פקודות: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docker pull openclaw/openclaw:latest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docker run -d --name openclaw openclaw/openclaw:latest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• ניתן להרכיב תיקיות חיצוניות לפי צורך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2C3E50"/>
                </a:solidFill>
              </a:defRPr>
            </a:pPr>
            <a:r>
              <a:t>שיטה 4: Ollama + OpenClaw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• החל מ-Ollama 0.17 — פקודה אחת בלבד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• OpenClaw רץ על החומרה שלך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• Ollama מזהה ומתקין אוטומטית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פקודה: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ollama run openclaw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2C3E50"/>
                </a:solidFill>
              </a:defRPr>
            </a:pPr>
            <a:r>
              <a:t>שיטה 5: פריסה בענן (One-Click)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• DigitalOcean — 1-Click Deploy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  כולל גרסה 2026.1.24-1 מותקנת מראש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• Hostinger — OpenClaw VPS Plans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  התקנה בלחיצה אחת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• מומלץ: לא להריץ על מחשב אישי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  VPS מבודד ובטוח יותר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2C3E50"/>
                </a:solidFill>
              </a:defRPr>
            </a:pPr>
            <a:r>
              <a:t>הגדרה ראשונית (Onboarding)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• אשף ההגדרה (Onboarding Wizard) — הדרך הקלה ביותר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• מגדיר אוטומטית: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  — חיבור Gateway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  — ערוצי תקשורת (WhatsApp, Telegram...)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  — כישורים (Skills)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  — סביבת עבודה (Workspace)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• חיבור ל-Claude: דרך Anthropic API Key בלבד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  (OAuth הופסק בינואר 2026)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2C3E50"/>
                </a:solidFill>
              </a:defRPr>
            </a:pPr>
            <a:r>
              <a:t>עדכון המערכת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• npm: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  npm update -g openclaw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• Docker: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  docker pull openclaw/openclaw:latest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  docker restart openclaw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• בדיקת אבטחה לאחר עדכון: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  openclaw security audit --deep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• סורק מפתחות חשופים, הגדרות שגויות ופגיעויות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2C3E50"/>
                </a:solidFill>
              </a:defRPr>
            </a:pPr>
            <a:r>
              <a:t>אבטחה — נקודות חשובות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• Canvas Host ברירת מחדל: 0.0.0.0 — חשוף לרשת!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• מומלץ: פריסה על VPS, לא מחשב אישי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• הרצת ביקורת אבטחה באופן קבוע: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  openclaw security audit --deep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• צריכת טוקנים: 5-10 קריאות API לכל משימה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• סשן ארוך יכול לצרוך 200K טוקנים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• מומלץ: לנטר עלויות באופן שוטף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2C3E50"/>
                </a:solidFill>
              </a:defRPr>
            </a:pPr>
            <a:r>
              <a:t>NotebookLM — יצירת תוכן מהמדריך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• Google NotebookLM — כלי AI ליצירת תוכן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• ניתן להעלות את מדריך ההתקנה כ-PDF/טקסט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• Audio Overview — יוצר פודקאסט עם 2 מנחים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• מסכם, מחבר נושאים, ומסביר בשיחה חיה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תהליך: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1. כניסה ל-notebooklm.google.com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2. העלאת מדריך ההתקנה כמקור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3. לחיצה על Generate (Audio Overview)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4. הורדת הפודקאסט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2C3E50"/>
                </a:solidFill>
              </a:defRPr>
            </a:pPr>
            <a:r>
              <a:t>NotebookLM — התאמה אישית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• Customize במקום Generate — שליטה מלאה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• הנחיות מותאמות אישית: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  — מיקוד בנושאים ספציפיים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  — טון מסוים (טכני / ידידותי)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  — מבנה שיחה מותאם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• מקורות נתמכים: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  PDF, Google Docs, Slides, YouTube, Markdown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• שימוש חינמי עם חשבון Google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2C3E50"/>
                </a:solidFill>
              </a:defRPr>
            </a:pPr>
            <a:r>
              <a:t>סיכום — צעדים להתחלה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1. בחרו שיטת התקנה (npm / Docker / ענן)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2. הריצו את אשף ההגדרה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3. חברו API Key של Anthropic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4. הגדירו ערוצי תקשורת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5. הריצו ביקורת אבטחה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6. העלו את המדריך ל-NotebookLM ליצירת פודקאסט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קישורים: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docs.openclaw.ai/install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notebooklm.google.com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