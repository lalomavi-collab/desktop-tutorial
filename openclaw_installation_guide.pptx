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OpenClaw — מדריך התקנה ועדכון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4495E"/>
                </a:solidFill>
              </a:defRPr>
            </a:pPr>
            <a:r>
              <a:t>מערכת AI Agent בקוד פתוח</a:t>
            </a:r>
          </a:p>
          <a:p>
            <a:pPr>
              <a:spcAft>
                <a:spcPts val="800"/>
              </a:spcAft>
              <a:defRPr sz="1800">
                <a:solidFill>
                  <a:srgbClr val="34495E"/>
                </a:solidFill>
              </a:defRPr>
            </a:pPr>
            <a:r>
              <a:t>עוזר אישי חכם שניתן לאירוח עצמי</a:t>
            </a:r>
          </a:p>
          <a:p>
            <a:pPr>
              <a:spcAft>
                <a:spcPts val="800"/>
              </a:spcAft>
              <a:defRPr sz="18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4495E"/>
                </a:solidFill>
              </a:defRPr>
            </a:pPr>
            <a:r>
              <a:t>מרץ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מהו OpenClaw?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מערכת AI Agent בקוד פתוח (MIT License)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נוצר על ידי Peter Steinberger (מייסד PSPDFKit)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196,000+ כוכבים ב-GitHub, 600+ תורמים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תומך בכל מודל שפה (LLM)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ניהול יומן, דואר, קבצים, פקודות טרמינל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חיבור דרך WhatsApp, Telegram, Discord, Slack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דרישות מקדימות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Node.js גרסה 22.12.0 ומעלה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בדיקה: node -v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מערכת הפעלה: Linux / macOS / Windows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Docker (אופציונלי, מומלץ לשרת)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מפתח API של Anthropic (לחיבור ל-Claude)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VPS מומלץ (לא מחשב אישי — בטיחות!)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שיטה 1: התקנה מהירה (One-Liner)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הדרך המומלצת והמהירה ביותר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מתקינה Node.js אוטומטית אם צריך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מתקינה את כל התלויות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פקודה: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curl -fsSL https://docs.openclaw.ai/install.sh | bash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שיטה 2: התקנה באמצעות npm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הדרך המהירה ביותר — פקודה אחת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ללא קונטיינרים, ללא שכפול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פקודות: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npm install -g openclaw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# או עם pnpm: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pnpm install -g openclaw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שיטה 3: התקנה באמצעות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בידוד מלא של התהליך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סביבה ניתנת לשחזור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מושלם לפריסה על שרת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פקודות: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docker pull openclaw/openclaw:latest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docker run -d --name openclaw openclaw/openclaw:latest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ניתן להרכיב תיקיות חיצוניות לפי צורך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שיטה 4: Ollama + OpenClaw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החל מ-Ollama 0.17 — פקודה אחת בלבד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OpenClaw רץ על החומרה שלך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Ollama מזהה ומתקין אוטומטית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פקודה: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ollama run openclaw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שיטה 5: פריסה בענן (One-Click)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DigitalOcean — 1-Click Deploy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כולל גרסה 2026.1.24-1 מותקנת מראש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Hostinger — OpenClaw VPS Plans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התקנה בלחיצה אחת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מומלץ: לא להריץ על מחשב אישי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VPS מבודד ובטוח יותר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הגדרה ראשונית (Onboarding)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אשף ההגדרה (Onboarding Wizard) — הדרך הקלה ביותר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מגדיר אוטומטית: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— חיבור Gateway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— ערוצי תקשורת (WhatsApp, Telegram...)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— כישורים (Skills)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— סביבת עבודה (Workspace)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חיבור ל-Claude: דרך Anthropic API Key בלבד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(OAuth הופסק בינואר 2026)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עדכון המערכת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npm: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npm update -g openclaw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Docker: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docker pull openclaw/openclaw:latest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docker restart openclaw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בדיקת אבטחה לאחר עדכון: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openclaw security audit --deep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סורק מפתחות חשופים, הגדרות שגויות ופגיעויות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אבטחה — נקודות חשובות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Canvas Host ברירת מחדל: 0.0.0.0 — חשוף לרשת!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מומלץ: פריסה על VPS, לא מחשב אישי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הרצת ביקורת אבטחה באופן קבוע: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openclaw security audit --deep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צריכת טוקנים: 5-10 קריאות API לכל משימה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סשן ארוך יכול לצרוך 200K טוקנים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מומלץ: לנטר עלויות באופן שוטף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NotebookLM — יצירת תוכן מהמדריך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Google NotebookLM — כלי AI ליצירת תוכן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ניתן להעלות את מדריך ההתקנה כ-PDF/טקסט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Audio Overview — יוצר פודקאסט עם 2 מנחים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מסכם, מחבר נושאים, ומסביר בשיחה חיה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תהליך: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1. כניסה ל-notebooklm.google.com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2. העלאת מדריך ההתקנה כמקור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3. לחיצה על Generate (Audio Overview)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4. הורדת הפודקאסט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NotebookLM — התאמה אישית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Customize במקום Generate — שליטה מלאה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הנחיות מותאמות אישית: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— מיקוד בנושאים ספציפיים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— טון מסוים (טכני / ידידותי)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— מבנה שיחה מותאם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מקורות נתמכים: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  PDF, Google Docs, Slides, YouTube, Markdown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• שימוש חינמי עם חשבון Google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C3E50"/>
                </a:solidFill>
              </a:defRPr>
            </a:pPr>
            <a:r>
              <a:t>סיכום — צעדים להתחלה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1. בחרו שיטת התקנה (npm / Docker / ענן)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2. הריצו את אשף ההגדרה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3. חברו API Key של Anthropic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4. הגדירו ערוצי תקשורת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5. הריצו ביקורת אבטחה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6. העלו את המדריך ל-NotebookLM ליצירת פודקאסט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קישורים: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docs.openclaw.ai/install</a:t>
            </a:r>
          </a:p>
          <a:p>
            <a:pPr>
              <a:spcAft>
                <a:spcPts val="800"/>
              </a:spcAft>
              <a:defRPr sz="1600">
                <a:solidFill>
                  <a:srgbClr val="34495E"/>
                </a:solidFill>
              </a:defRPr>
            </a:pPr>
            <a:r>
              <a:t>notebooklm.google.com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